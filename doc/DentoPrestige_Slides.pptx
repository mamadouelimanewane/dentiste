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914400"/>
            <a:ext cx="4572000" cy="4572000"/>
          </a:xfrm>
          <a:prstGeom prst="ellipse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DENTOPRESTIGE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Dentaire d'Élite &amp; Intelligence Artificielle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Soignez mieux, gérez moins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011680" cy="123444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libéré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429000"/>
            <a:ext cx="2011680" cy="123444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SYSCOHADA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2011680" cy="123444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AES-256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429000"/>
            <a:ext cx="2011680" cy="123444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GED ÉLITE &amp; ARCHIVAGE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MÉDICAUX SÉCURISÉS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417320"/>
            <a:ext cx="5486400" cy="45720"/>
          </a:xfrm>
          <a:prstGeom prst="rect">
            <a:avLst/>
          </a:prstGeom>
          <a:solidFill>
            <a:srgbClr val="0E749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Centralisation, Intelligence et Pérennité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Indexation Sémantique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 n'importe quelle pièce radiographique ou fiche patient par concept.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37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OCR Haute-Résolution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immédiate des ordonnances et comptes-rendus scannés en textes éditables.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43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Coffre-Fort Numérique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chiffré (AES-256) des dossiers médicaux et radiographies sensibles.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496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Zéro Papier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178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Libérez l'espace physique, centralisez les archives dans un espace numérique sécurisé.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Versioning &amp; Collaboration Médicale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Traçabilité Dynamique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chaque modification du plan de traitement du patient (v1, v2, Final validé).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37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Comparateur 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visuellement les évolutions entre deux radiographies ou états bucco-dentaires.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43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Circuit de Validation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numérique du praticien intégrée au flux de gestion documentaire.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496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Accès Multi-Supports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178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dossiers au cabinet, en clinique ou en déplacement sur smartphone et tablette.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BIBLE CLINIQUE &amp;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PROTOCOLES DE SOINS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828800" y="2194560"/>
            <a:ext cx="54864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Standardisez l'Excellence du Cabinet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Cariologie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01752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Parodontologie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01752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Orthodontie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Implantologie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65760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Chirurgie Orale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2560320" cy="50292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Pédodontie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Standardisez l'Excellence du Cabinet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Base de Connaissances Unifiée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Centralisez les protocoles cliniques, ordonnances-types et comptes-rendus d'élite.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37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Catégorisation par Spécialité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Cariologie, Parodontologie, Orthodontie, Chirurgie Orale, Implantologie, Pédodontie.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43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Modèles Dynamiques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automatique des données patient et historique de soins dans chaque document.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496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Capitalisation du Savoir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178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bon protocole devient un modèle réutilisable pour toute l'équipe médicale.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DentoAI — Aide au Diagnostic &amp; Rédaction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Diagnostic Assisté 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radiographies panoramiques : détection automatique des caries, pertes osseuses et anomalies.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37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Générateur d'Ordonnances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du travail de rédaction fait par l'IA en 3 clics avec bibliothèque de prescriptions validées.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43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Auto-Correction Médicale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interactions médicamenteuses et des contre-indications par rapport aux antécédents.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09728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496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Adaptation Contextuelle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178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ajuste les protocoles selon le profil du patient (âge, pathologies, traitements en cours).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MODULES COMPTABILITÉ &amp; RH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Comptabilité SYSCOHADA &amp; Gestion du Personnel Médical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2423160"/>
            <a:ext cx="54864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Financière et Gestion des Talents Médicaux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73152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272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Double : Écritures automatiques conformes SYSCOHADA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73152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38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Comptabilité Analytique, Gestion de Trésorerie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73152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50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Wave &amp; Orange Money intégrés nativement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73152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61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RH : Suivi des performances et congés par praticien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Comptabilité SYSCOHADA &amp; RH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77724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82296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Double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Écritures automatiques conformes SYSCOHADA, plan comptable réglementaire.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7724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77724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82296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Trésorerie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Compte de Résultat, Comptabilité Analytique en temps réel.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77724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77724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6245352" y="82296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&amp; Orange Money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native des paiements mobiles dominants au Sénégal.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8036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288036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29260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RH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performances, congés et rentabilité par praticien et spécialité.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8036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288036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29260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Intelligente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9272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au design professionnel, relances automatiques des impayés.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880360"/>
            <a:ext cx="2788920" cy="38404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0760" y="2880360"/>
            <a:ext cx="10972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29260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 Massif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SMS/WhatsApp/Email automatisés pour recouvrer vos créances efficacement.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DentoPrestige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Soignez mieux, gérez moins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démo : https://dentiste-nine.vercel.app/mobile/admin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mamadou.dia@processingenierie.com  |  +221 777 529 288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DentoPrestige - ERP Cabinet Dentaire</dc:title>
  <dc:subject>PptxGenJS Presentation</dc:subject>
  <dc:creator>PptxGenJS</dc:creator>
  <cp:lastModifiedBy>PptxGenJS</cp:lastModifiedBy>
  <cp:revision>1</cp:revision>
  <dcterms:created xsi:type="dcterms:W3CDTF">2026-02-27T16:33:16Z</dcterms:created>
  <dcterms:modified xsi:type="dcterms:W3CDTF">2026-02-27T16:33:16Z</dcterms:modified>
</cp:coreProperties>
</file>